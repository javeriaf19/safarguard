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 judges, I'm Javeria Farhan. This is the Multan-Sukkur Motorway in December 2025: six trailer trucks collided in fog and seven people were injured, according to Rescue 1122. Every winter, drivers cruise at 100 km/h into a whiteout. SafarGuard exists so they stop outdriving what they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Rescue 1122 logs show a 34.8 percent surge in winter collisions. Dew collapses friction from 0.70 to 0.28 and perception lag rises to 2.85 seconds. At 100 km/h, braking distance goes from 98 meters to 216.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speed, same car. In smog the driver can see only 28 meters but needs 216 to stop. Collision is guaranteed unless speed is capped.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engine computes AASHTO stopping sight distance, then a quadratic solver finds the maximum safe speed so stopping distance never exceeds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feed two cores: a deterministic physics engine and Gemma 4 vision with edge fallback. Outputs reach drivers, ride-hailing apps, and control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Play Audio Beacon button now. Greasy chemical dew means brakes will not hold, slow to 35 km/h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Smog does not stop at provincial borders and neither should safety. Star, fork and contribute.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Multan–Sukkur Motorway · Rescue 1122 · Dawn, 9 Dec 2025 The Winter Death Trap. Smog makes drivers outdrive what they can see. Safar Guard Javeria Farhan · Hacktoberfest Hack Day Lahore 2026 HIGHWAY INTELLIGENCE · PUNJ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THE GROUND REALITY Smog doubles braking distance +34.8% winter highway collisions, Rescue 1122 0.70→0.28 road friction on chemical dew 2.85 s driver perception delay in smog SafarGuard · Source: AASHTO standards, Punjab Rescue 1122 benchmar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THE GAP · 100 KM/H You see 28 m. You need 216 m. Visibility in smog 28 m Dry road stopping distance 98 m Smog slick stopping distance 216 m SafarGuard · Bars drawn to 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THE SCIENCE CPI = SSD / Visibility CPI above 1.0 means a crash is guaranteed. SafarGuard caps speed until it drops below 1. SSD = v·tr + v² / (2·g·f) SafarGuard · AASHTO Stopping Sight Di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System architecture SafarGuard · Edge-first · REST · MIT lice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LIVE DEMO · ACOUSTIC BEACON &quot;Khatra shadeed hai! Raftaar foran 35 km/h karein!&quot; Drivers in fog cannot look at a screen. The cabin speaks. SafarGuard · Press play on the audio bea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Zero preventable highway deaths. Expand Karachi · M-1 · M-5 Fleets Daewoo · Faisal Movers · TCS Contribute 100% MIT open source github.com/javeriafarhan/SafarGuard SafarGuard · Thank y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SafarGuard — Hackathon Pitch</dc:title>
  <dc:subject/>
  <dc:creator/>
  <cp:lastModifiedBy/>
  <cp:revision>1</cp:revision>
  <dcterms:created xsi:type="dcterms:W3CDTF">2026-10-16T21:55:23Z</dcterms:created>
  <dcterms:modified xsi:type="dcterms:W3CDTF">2026-10-16T21:55:23Z</dcterms:modified>
</cp:coreProperties>
</file>